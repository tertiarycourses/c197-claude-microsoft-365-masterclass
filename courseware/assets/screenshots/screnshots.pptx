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2"/>
  </p:normalViewPr>
  <p:slideViewPr>
    <p:cSldViewPr snapToGrid="0">
      <p:cViewPr varScale="1">
        <p:scale>
          <a:sx n="95" d="100"/>
          <a:sy n="95" d="100"/>
        </p:scale>
        <p:origin x="20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9581-E586-9AC8-6104-12FC77123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60156-10B2-24BC-CA25-9C066AF25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5EC11-C302-30DF-50B1-DD256CE4A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2250F-D7EE-E142-B90E-85E4CEF65455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D3661-3622-699D-4AD6-CFF1083E7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BFFB4-0353-89E2-DE7C-39816035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8593-ECA0-CF41-B0C2-C688E45D7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46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1F10C-8324-3A7B-A357-E1B4A378D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D8CB8-E9BE-5AAB-B94F-12935FBFF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1C05D-62AA-BB4A-D9FA-402FBF6D1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2250F-D7EE-E142-B90E-85E4CEF65455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EDDFB-C316-33F4-B3C9-2F184BD9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5D385-40BB-2146-A7D5-783AEA7D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8593-ECA0-CF41-B0C2-C688E45D7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70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A4B08-2CC4-8B15-EB74-4B0E3FE80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48982-B882-26F7-877E-5A3444E53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E5B7A-6090-C8CA-F686-36CCC08FF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2250F-D7EE-E142-B90E-85E4CEF65455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26357-E8F4-1F6D-79BB-5E4121C6D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683F6-ED65-DC94-6230-F18F69FB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8593-ECA0-CF41-B0C2-C688E45D7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2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630CE-5B80-F29C-2B4A-D44666A6D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29F53-94EE-B262-9018-D0A27733F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07B80-2400-3902-8210-3F93ADD36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09CD6-2523-42C6-7EF4-FBC9D7F1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2250F-D7EE-E142-B90E-85E4CEF65455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B3FC8-6D46-6BD0-B9E5-296978D92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2DFA6-3100-7555-6CD9-C5418F0E4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8593-ECA0-CF41-B0C2-C688E45D7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03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C745-094D-54F0-7960-66DBA88E4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46051-3FD9-7BC8-56B6-5C9F61805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20487-E860-A457-498A-F59FEA412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05A4B7-AB5D-C25B-BFA7-E049A5EB1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F4EEA6-7D79-091C-EA20-565CE6CC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ACEDD8-891B-A443-6441-A2FEF9D3E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2250F-D7EE-E142-B90E-85E4CEF65455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833EC3-FBA3-26E7-1785-1838D8C8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23702D-0EB0-21C6-8EA1-405E3A79B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8593-ECA0-CF41-B0C2-C688E45D7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1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F441-7D9F-2DCA-774B-15B156F91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B1340C-9334-E134-B08D-C8E5A3FA8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2250F-D7EE-E142-B90E-85E4CEF65455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BA166-F6CF-217B-D6EE-7AE11552B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508DA-3C87-D4CC-BB9E-3FF7CAD35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8593-ECA0-CF41-B0C2-C688E45D7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71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E1873B-2BF3-B856-9E71-D4E2745F1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2250F-D7EE-E142-B90E-85E4CEF65455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3CFCE3-5B19-9C38-2DFA-C0FFDAD73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AD43F-EAD6-658D-BE18-82254DB6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8593-ECA0-CF41-B0C2-C688E45D7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54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E1CA4-6F5C-0706-9914-75320D1BE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7F9E5-7419-D9E7-6DCA-24B47296A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83049-3BFC-ED6D-71B9-15F5561D1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0545F-5B2C-D3A3-2623-5CF2879D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2250F-D7EE-E142-B90E-85E4CEF65455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D7C96-5E0F-D544-FB42-525FAB6DE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BD9AA-A9C4-FEF8-9BBD-5F566881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8593-ECA0-CF41-B0C2-C688E45D7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23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37415-D560-A249-71BF-57AB0E25C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A91BA2-D1B6-9149-DE7C-6DCF27AAA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6737-560C-DC6B-5D99-572D85B5B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DA052-6186-A11D-802F-7DEBE8D97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2250F-D7EE-E142-B90E-85E4CEF65455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BB5C3-1977-FFCF-0EF8-A94C20E1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F2A98-3FE7-2A42-C4D0-064468DF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8593-ECA0-CF41-B0C2-C688E45D7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36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38C1-13A2-BFCA-4C98-0FDF5248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AC4A6E-EF9D-FDB0-2705-3287E0F7B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2D3DA-F7ED-6D4B-6769-5CCC7C53F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2250F-D7EE-E142-B90E-85E4CEF65455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13CA5-6980-1B53-508F-8EB91B412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626C5-E836-9A68-19B0-2DB373C1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8593-ECA0-CF41-B0C2-C688E45D7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05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0AFDD9-072C-DDF2-9891-FD2BEFCDEE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10992-FC7B-5431-C149-2B36C7188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C712B-F6EF-67D3-F8AF-3037AE5F2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2250F-D7EE-E142-B90E-85E4CEF65455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E8A03-F07F-AF6B-24EA-796935A3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28241-70A4-94C5-5252-D8B6CA6A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8593-ECA0-CF41-B0C2-C688E45D7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93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C46F84-C650-596C-F1F0-EDDB04DF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513D8-962C-CDAA-9783-346D61593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DC785-93B3-DEC6-DBE4-AC6B0DEDF2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2250F-D7EE-E142-B90E-85E4CEF65455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C85C7-7E8E-A36D-D287-BC0083C25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05DA0-75CA-42DA-CEE5-499DEE11F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2D8593-ECA0-CF41-B0C2-C688E45D7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78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DCEF7-C884-60E1-16C9-CF3E5C143E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EAF82-EA89-B56C-C0B1-3488D8D2D8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A12DE7-C0E7-358F-52A2-EB2F9C6D4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71145"/>
            <a:ext cx="7772400" cy="411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39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Tertiary Infotech Training</dc:creator>
  <cp:lastModifiedBy>Tertiary Infotech Training</cp:lastModifiedBy>
  <cp:revision>1</cp:revision>
  <dcterms:created xsi:type="dcterms:W3CDTF">2026-08-13T07:30:53Z</dcterms:created>
  <dcterms:modified xsi:type="dcterms:W3CDTF">2026-08-13T07:31:13Z</dcterms:modified>
</cp:coreProperties>
</file>