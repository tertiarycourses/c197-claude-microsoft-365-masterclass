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monthly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85</c:v>
                </c:pt>
                <c:pt idx="2">
                  <c:v>88</c:v>
                </c:pt>
                <c:pt idx="3">
                  <c:v>91</c:v>
                </c:pt>
                <c:pt idx="4">
                  <c:v>94</c:v>
                </c:pt>
                <c:pt idx="5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79</c:v>
                </c:pt>
                <c:pt idx="1">
                  <c:v>87</c:v>
                </c:pt>
                <c:pt idx="2">
                  <c:v>90</c:v>
                </c:pt>
                <c:pt idx="3">
                  <c:v>88</c:v>
                </c:pt>
                <c:pt idx="4">
                  <c:v>99</c:v>
                </c:pt>
                <c:pt idx="5">
                  <c:v>104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9875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LUMINA LIVING PTE LTD · FY2027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172B4D"/>
                </a:solidFill>
                <a:latin typeface="Arial"/>
              </a:rPr>
              <a:t>Draft Sustainability Reporting and HR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5B6372"/>
                </a:solidFill>
                <a:latin typeface="Arial"/>
              </a:rPr>
              <a:t>Is the evidence and control environment strong enough for internal release?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3383280" cy="658368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2803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LAB 06 · EDITABLE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875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Fictional company training material · Pending management approval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The business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Prepare credible FY2026 sustainability commentary and a flexible-work policy for management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Sponsor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Chief People and Sustainability Officer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Sustainability report section; Metric register; Flexible-work policy; Review record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Reporting boundary; Method note; No green claims without evidence; HR and legal approval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NATIVE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Evidence-to-decision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Define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6001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7169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6897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6897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Verify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8499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9667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9395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9395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Draft narrative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0996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2164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1892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1892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Separate policy from procedure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3494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466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39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39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Obtain specialist approval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EDITABLE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Management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83080"/>
          <a:ext cx="68580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9560" y="1783080"/>
            <a:ext cx="3474720" cy="434340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0574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WHAT MANAGEMENT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606040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Electricity intensity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264408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Waste diversion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22776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Business travel emissions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581144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Training hours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DECISION AND CONTROL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Professional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Boundary before narrative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State entities, sites, period, method and exclusions before describing performance.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Numbers need lineage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Every metric names the source system, owner, unit, method and limitation.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Policy is not legal advice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AI drafts require authorised HR and legal review before organisational release.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Exceptions are designed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Eligibility, decision rights, escalation and record keeping prevent an attractive policy from becoming unusable.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Decision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Decision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Is the evidence and control environment strong enough for internal release?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Reconcile sources, cells, versions and owners.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Named sponsor: Chief People and Sustainability Officer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Next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 sustainability performance section, metric register and flexible-work policy draft with review and approval records.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