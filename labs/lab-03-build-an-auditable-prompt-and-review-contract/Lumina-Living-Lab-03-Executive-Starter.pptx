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Build an Auditable Prompt and Review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Which prompt elements are mandatory for a company-standard AI workflow?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03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Create a prompt standard that works across the full Lumina Living planning pack.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Director,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Prompt library; Test log; Approval checklist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No unstated assumptions; No fabricated citations; Smallest useful edit; Human approval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Business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Named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Output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Verification and approval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Prompt pass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Citations 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Unsupported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Review time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 the decision, audience and work product instead of asking for generic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 the open file, table, range, section or messages and require citations.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Specify what must be preserved, excluded, limited or escalated.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Ask for a proposal first and keep final acceptance, save and send with the authorised user.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Which prompt elements are mandatory for a company-standard AI workflow?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Director, Strategy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reusable cross-app prompt library, prompt test log and acceptance checklist.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