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Lumina Living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Q1 People Update  ·  for the leadership team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