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Connect Microsoft 365 Context and Map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sources and tools should be enabled for each role?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02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Connect only the FY2027 planning evidence required by the project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Head of IT and Data Protection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Source register; Permission map; Connector test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Least privilege; Business Entra tenant; Per-user access boundary; No Teams write claim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Inventory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Assign owners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Grant tenant consent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Connect individually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Test read before write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Sources approved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Owners 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Read tools 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Write tools disabled or approved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Delegated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Claude acts through the signed-in user and cannot exceed that user's Microsoft 365 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Read-first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Search and summarise approved context before enabling any create, update or send capability.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Two consent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Organisation enablement and Microsoft Entra administrator consent precede individual connection.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Write-tool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Email, calendar and file writes need additional scopes, policy approval and stronger review.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sources and tools should be enabled for each role?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Head of IT and Data Protection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least-privilege source register with access status, evidence owner, retention note and approved use.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