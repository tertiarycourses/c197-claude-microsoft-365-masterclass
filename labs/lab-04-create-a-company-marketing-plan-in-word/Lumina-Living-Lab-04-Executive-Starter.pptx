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Illustrative monthly performance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</c:v>
                </c:pt>
                <c:pt idx="1">
                  <c:v>85</c:v>
                </c:pt>
                <c:pt idx="2">
                  <c:v>88</c:v>
                </c:pt>
                <c:pt idx="3">
                  <c:v>91</c:v>
                </c:pt>
                <c:pt idx="4">
                  <c:v>94</c:v>
                </c:pt>
                <c:pt idx="5">
                  <c:v>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79</c:v>
                </c:pt>
                <c:pt idx="1">
                  <c:v>87</c:v>
                </c:pt>
                <c:pt idx="2">
                  <c:v>90</c:v>
                </c:pt>
                <c:pt idx="3">
                  <c:v>88</c:v>
                </c:pt>
                <c:pt idx="4">
                  <c:v>99</c:v>
                </c:pt>
                <c:pt idx="5">
                  <c:v>104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98755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LUMINA LIVING PTE LTD · FY2027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33272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600" b="1">
                <a:solidFill>
                  <a:srgbClr val="172B4D"/>
                </a:solidFill>
                <a:latin typeface="Arial"/>
              </a:rPr>
              <a:t>Create a Company Marketing Plan in 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9875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>
                <a:solidFill>
                  <a:srgbClr val="5B6372"/>
                </a:solidFill>
                <a:latin typeface="Arial"/>
              </a:rPr>
              <a:t>Which segments, channels and campaigns should receive the marketing budget?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09160"/>
            <a:ext cx="3383280" cy="658368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828032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6FEB"/>
                </a:solidFill>
                <a:latin typeface="Arial"/>
              </a:rPr>
              <a:t>LAB 04 · EDITABLE 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9875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Fictional company training material · Pending management approval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EXECUTIVE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The business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Grow FY2027 revenue while improving contribution margin and reducing unfocused campaign spend.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Sponsor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Chief Commercial Officer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Marketing plan; 90-day campaign calendar; KPI table; Approval page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No invented market facts; Budget reconciles; Claims cite source; CCO approval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NATIVE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Evidence-to-decision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Commercial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6001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7169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6897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6897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Customer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8499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9667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9395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9395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Channel choices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0996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2164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1892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1892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Campaign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3494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4662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4390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4390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Measures and approval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EDITABLE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Management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83080"/>
          <a:ext cx="685800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09560" y="1783080"/>
            <a:ext cx="3474720" cy="434340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2057400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WHAT MANAGEMENT 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606040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264408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Contribution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922776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Customer acquisition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4581144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Repeat purchase rate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DECISION AND CONTROL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Professional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Choice, not a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Prioritise segments and channels; explain what the company will not fund.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Budget connects to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Every major campaign has an owner, cost, measure and review date.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Evidence stays visible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Cite the customer or financial source behind each material recommendation.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Native Word 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Preserve approved headings, tables, numbering, comments and change tracking.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EXECUTIVE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Decision and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Decision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Which segments, channels and campaigns should receive the marketing budget?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Reconcile sources, cells, versions and owners.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Named sponsor: Chief Commercial Officer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Next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A reviewed FY2027 marketing plan in Word with an evidence appendix and management decision page.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