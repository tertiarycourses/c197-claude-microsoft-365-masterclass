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Coordinate the Planning Pack with 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Can the planning pack proceed to Executive Committee review without unresolved evidence or version conflicts?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10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Consolidate the approved FY2027 plan into a consistent management brief and hand-off pack.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Operating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Cowork plan; Management brief; Discrepancy log; Reviewed hand-off pack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Scoped folder; Read-first connector; Checkpoint approvals; Native Office review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Scope the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Connect approved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Plan the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Watch and steer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Review files in Microsoft 365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Files reconciled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Discrepancies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Approvals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Turnaround time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Bounded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Give Cowork one project folder or Project, not uncontrolled access to unrelated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Connector supplies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Search approved SharePoint, OneDrive, Outlook and Teams evidence through delegated permissions.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Cowork executes over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It can inspect inputs, create real files, update the plan and surface checkpoints.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Office add-ins finish the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Open generated Word, Excel and PowerPoint files in the native apps for tracked review and approval.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Can the planning pack proceed to Executive Committee review without unresolved evidence or version conflicts?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Operating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Cowork project folder, execution plan, consolidated management brief, discrepancy log and reviewed Office hand-off.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