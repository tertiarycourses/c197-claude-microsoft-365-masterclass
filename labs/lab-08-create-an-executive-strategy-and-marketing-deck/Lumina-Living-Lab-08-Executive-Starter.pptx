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channel contribution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Retail</c:v>
                </c:pt>
                <c:pt idx="1">
                  <c:v>Online</c:v>
                </c:pt>
                <c:pt idx="2">
                  <c:v>Marketplace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360</c:v>
                </c:pt>
                <c:pt idx="2">
                  <c:v>220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Retail</c:v>
                </c:pt>
                <c:pt idx="1">
                  <c:v>Online</c:v>
                </c:pt>
                <c:pt idx="2">
                  <c:v>Marketplace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165</c:v>
                </c:pt>
                <c:pt idx="1">
                  <c:v>132</c:v>
                </c:pt>
                <c:pt idx="2">
                  <c:v>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Create an Executive Strategy and Marketing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Approve the strategic choices, marketing allocation, financial guardrails and owners.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08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Secure Executive Committee approval for the FY2027 growth plan and first-quarter investment priorities.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Executive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Executive deck; Native charts; Decision page; Speaker notes and source register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Company slide master; One message per slide; Native editable visuals; Figure reconciliation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Decision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Message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Template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Native evidence visuals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Executive rehearsal and approval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Revenue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Operating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Campaign ROI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Better than one-click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Use real company evidence, deliberate hierarchy and an editable template—not generic generated decoration.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Conclusion-led titles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Every title states the point management should understand or decide.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Native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Excel charts remain editable and trace to approved ranges; source notes sit on data slides.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Visual rhythm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Alternate scorecards, charts, comparisons, process maps and decision cards without lowering readability.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Approve the strategic choices, marketing allocation, financial guardrails and owners.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Executive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ten-slide strategic and marketing presentation with native Excel charts, varied layouts and an executive decision page.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Profitable growth requires three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Curated differentiation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Invest in ranges where design, advice and margin reinforce one another.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Connected customer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Use owned channels to move from discovery to repeat purchase.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Commercial discipline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Tie campaign, discount and fulfilment decisions to contribution.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Explicit non-priority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Avoid broad discount-led growth without a measurable stop/go rule.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Marketing allocation follows customer and margin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9494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001000" y="1783080"/>
            <a:ext cx="338328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2880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DECISION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83464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rial"/>
              </a:rPr>
              <a:t>1  Protect profitable retail
2  Scale owned digital
3  Tighten marketplace economics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Q1 roadmap converts choices into accountable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Confirm owners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Launch two pilots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Review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Scale or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Report to ExCo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Approve the plan with four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Release in stages against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No growth target without contribution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Capability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Fund analytics and lifecycle execution.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Monthly review; quarterly choice reset.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