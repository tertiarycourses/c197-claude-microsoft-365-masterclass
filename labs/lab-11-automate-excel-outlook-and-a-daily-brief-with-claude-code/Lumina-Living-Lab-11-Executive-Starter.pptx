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Illustrative monthly performance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85</c:v>
                </c:pt>
                <c:pt idx="2">
                  <c:v>88</c:v>
                </c:pt>
                <c:pt idx="3">
                  <c:v>91</c:v>
                </c:pt>
                <c:pt idx="4">
                  <c:v>94</c:v>
                </c:pt>
                <c:pt idx="5">
                  <c:v>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79</c:v>
                </c:pt>
                <c:pt idx="1">
                  <c:v>87</c:v>
                </c:pt>
                <c:pt idx="2">
                  <c:v>90</c:v>
                </c:pt>
                <c:pt idx="3">
                  <c:v>88</c:v>
                </c:pt>
                <c:pt idx="4">
                  <c:v>99</c:v>
                </c:pt>
                <c:pt idx="5">
                  <c:v>104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98755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LUMINA LIVING PTE LTD · FY2027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172B4D"/>
                </a:solidFill>
                <a:latin typeface="Arial"/>
              </a:rPr>
              <a:t>Automate Excel, Outlook and a Daily Brief with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5B6372"/>
                </a:solidFill>
                <a:latin typeface="Arial"/>
              </a:rPr>
              <a:t>Which KPI exception, decision request or overdue action needs management attention today?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09160"/>
            <a:ext cx="3383280" cy="658368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82803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LAB 11 · EDITABLE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9875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Fictional company training material · Pending management approval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The business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Prepare a reliable daily management brief from the latest control workbook and approved Outlook planning messages.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Sponsor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Chief Operating Officer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Update script; Refreshed workbook; Daily brief DOCX; Run 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No secrets in source; Explicit MCP approval; No auto-send; Idempotent update and backup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NATIVE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Evidence-to-decision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Plan and inspect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6001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7169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6897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6897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Verify MCP and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8499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9667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9395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9395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Update Excel locally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0996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2164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1892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1892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Search approved Outlook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3494" y="2926080"/>
            <a:ext cx="201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4662" y="2423160"/>
            <a:ext cx="1951329" cy="14630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4390" y="25328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390" y="2953512"/>
            <a:ext cx="173187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B4D"/>
                </a:solidFill>
                <a:latin typeface="Arial"/>
              </a:rPr>
              <a:t>Generate and review daily brief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EDITABLE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Management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783080"/>
          <a:ext cx="685800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09560" y="1783080"/>
            <a:ext cx="3474720" cy="434340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2057400"/>
            <a:ext cx="2926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WHAT MANAGEMENT NEEDS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606040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Workbook updated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264408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Messages cited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22776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Exceptions identified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581144"/>
            <a:ext cx="2788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72B4D"/>
                </a:solidFill>
                <a:latin typeface="Arial"/>
              </a:rPr>
              <a:t>• Run status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DECISION AND CONTROL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Professional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Connector inheritance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Claude.ai connectors can appear in Claude Code when signed in with the same Claude.ai subscription; verify with /mcp.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Local file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Use a small reviewed Python script to update workbook inputs and retain formulas, formats and audit entries.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Source-linked brief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Email findings cite the source message; KPI findings cite workbook cells or ranges.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No hidden side effects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The lab reads and drafts. Any external write or send action remains a separate explicit approval.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EXECUTIVE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B4D"/>
                </a:solidFill>
                <a:latin typeface="Arial"/>
              </a:rPr>
              <a:t>Decision and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0789920" cy="18288"/>
          </a:xfrm>
          <a:prstGeom prst="rect">
            <a:avLst/>
          </a:prstGeom>
          <a:solidFill>
            <a:srgbClr val="DDE5E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77724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Lumina Living Pte Ltd · Fictional training material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5029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109728" cy="141732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Decision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Which KPI exception, decision request or overdue action needs management attention today?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828800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79" y="1828800"/>
            <a:ext cx="109728" cy="14173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47672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340864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Reconcile sources, cells, versions and owners.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93592"/>
            <a:ext cx="109728" cy="14173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Arial"/>
              </a:rPr>
              <a:t>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Named sponsor: Chief Operating Officer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3593592"/>
            <a:ext cx="507492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3593592"/>
            <a:ext cx="109728" cy="14173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3712464"/>
            <a:ext cx="46360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rial"/>
              </a:rPr>
              <a:t>Next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4105656"/>
            <a:ext cx="4636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72B4D"/>
                </a:solidFill>
                <a:latin typeface="Arial"/>
              </a:rPr>
              <a:t>A reviewed automation plan, local workbook-update script, connector-assisted Outlook search and generated daily brief with run log.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