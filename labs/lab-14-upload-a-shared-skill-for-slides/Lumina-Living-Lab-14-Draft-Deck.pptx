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Turnover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Turnover was reviewed this quarter across all teams.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Headcount numbers for the four teams are shown 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warehouse team was looked at in detail.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Salary costs by team over the last two quarters.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Hiring activity during the quarter.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Some possible next steps for consideration.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