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Build Financial Analysis and an Excel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revenue, margin and cost actions should management prioritise?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07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Explain FY2026 performance and test the FY2027 plan before the Executive Committee meeting.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Financial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Financial model; Variance analysis; Scenario table; Executive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Dynamic formulas; No formula errors; Source ranges cited; Independent KPI checks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Understand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Validate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Build formulas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Explain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Dashboard and senior review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Gross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Operating contribution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Separate Assumptions, Transactions, Budget, Analysis, Dashboard and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No pasted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Keep calculations live in formulas or pivots and cite the source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Charts answer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Use trend, variance and driver visuals with honest scales and units.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Review like a finance leader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Challenge timing, hardcodes, range gaps, margin logic and scenario sensitivity.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revenue, margin and cost actions should management prioritise?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Financial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controlled FY2026 financial workbook with actual-vs-budget analysis, scenarios, three native charts and an executive dashboard.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