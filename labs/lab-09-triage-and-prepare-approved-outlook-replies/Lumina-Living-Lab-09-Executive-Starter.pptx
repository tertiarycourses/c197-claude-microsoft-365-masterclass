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Triage and Prepare Approved Outlook Replies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Which messages need escalation, a standard draft, a tailored reply or no action?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09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Handle the FY2027 planning inbox quickly without losing decisions, deadlines or approval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Chief of Staff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Triage queue; Thread summary; Draft replies; Meeting invitation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No silent send; Recipient verification; Attachment/version check; Escalation rules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Summarise with citations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Select approved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Draft in native 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Review recipients and send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Messages triaged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Draft turnaround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Citation 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Escalations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Rules before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Define category, priority, SLA, reply eligibility and escalation before asking Claude to draft.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Thread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Capture decisions, owners and deadlines with citations to the specific message.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Auto-draft, not auto-send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Claude for Outlook leaves drafts and invitations in Outlook for the authorised user.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Consequential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Recipients, attachments, dates, amounts and promises receive explicit human checks.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Which messages need escalation, a standard draft, a tailored reply or no action?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Chief of Staff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triage queue, cited thread summary, approved reply templates, draft responses and an unsent meeting invitation.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